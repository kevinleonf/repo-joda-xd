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yan Coaquira Cruz" userId="af0ae59269bb8b81" providerId="LiveId" clId="{A4D2FE1E-B4FE-45C0-AE3E-2280262A64F4}"/>
    <pc:docChg chg="custSel delSld modSld">
      <pc:chgData name="Brayan Coaquira Cruz" userId="af0ae59269bb8b81" providerId="LiveId" clId="{A4D2FE1E-B4FE-45C0-AE3E-2280262A64F4}" dt="2025-09-12T19:21:37.283" v="10" actId="2696"/>
      <pc:docMkLst>
        <pc:docMk/>
      </pc:docMkLst>
      <pc:sldChg chg="modSp mod">
        <pc:chgData name="Brayan Coaquira Cruz" userId="af0ae59269bb8b81" providerId="LiveId" clId="{A4D2FE1E-B4FE-45C0-AE3E-2280262A64F4}" dt="2025-09-12T19:20:16.376" v="2" actId="14100"/>
        <pc:sldMkLst>
          <pc:docMk/>
          <pc:sldMk cId="2870606340" sldId="258"/>
        </pc:sldMkLst>
        <pc:picChg chg="mod modCrop">
          <ac:chgData name="Brayan Coaquira Cruz" userId="af0ae59269bb8b81" providerId="LiveId" clId="{A4D2FE1E-B4FE-45C0-AE3E-2280262A64F4}" dt="2025-09-12T19:20:16.376" v="2" actId="14100"/>
          <ac:picMkLst>
            <pc:docMk/>
            <pc:sldMk cId="2870606340" sldId="258"/>
            <ac:picMk id="8" creationId="{BC546D64-3BD3-CF84-D925-116836EFD8A9}"/>
          </ac:picMkLst>
        </pc:picChg>
      </pc:sldChg>
      <pc:sldChg chg="modSp mod">
        <pc:chgData name="Brayan Coaquira Cruz" userId="af0ae59269bb8b81" providerId="LiveId" clId="{A4D2FE1E-B4FE-45C0-AE3E-2280262A64F4}" dt="2025-09-12T19:20:38.821" v="4" actId="14100"/>
        <pc:sldMkLst>
          <pc:docMk/>
          <pc:sldMk cId="3301361543" sldId="262"/>
        </pc:sldMkLst>
        <pc:picChg chg="mod modCrop">
          <ac:chgData name="Brayan Coaquira Cruz" userId="af0ae59269bb8b81" providerId="LiveId" clId="{A4D2FE1E-B4FE-45C0-AE3E-2280262A64F4}" dt="2025-09-12T19:20:38.821" v="4" actId="14100"/>
          <ac:picMkLst>
            <pc:docMk/>
            <pc:sldMk cId="3301361543" sldId="262"/>
            <ac:picMk id="7" creationId="{B49FE8C0-887B-D16A-B7D9-38D7F9F6FF6E}"/>
          </ac:picMkLst>
        </pc:picChg>
      </pc:sldChg>
      <pc:sldChg chg="delSp modSp del mod">
        <pc:chgData name="Brayan Coaquira Cruz" userId="af0ae59269bb8b81" providerId="LiveId" clId="{A4D2FE1E-B4FE-45C0-AE3E-2280262A64F4}" dt="2025-09-12T19:21:37.283" v="10" actId="2696"/>
        <pc:sldMkLst>
          <pc:docMk/>
          <pc:sldMk cId="2778314635" sldId="265"/>
        </pc:sldMkLst>
        <pc:picChg chg="del">
          <ac:chgData name="Brayan Coaquira Cruz" userId="af0ae59269bb8b81" providerId="LiveId" clId="{A4D2FE1E-B4FE-45C0-AE3E-2280262A64F4}" dt="2025-09-12T19:21:28.033" v="7" actId="21"/>
          <ac:picMkLst>
            <pc:docMk/>
            <pc:sldMk cId="2778314635" sldId="265"/>
            <ac:picMk id="7" creationId="{E8B789DC-F9C9-BA18-641D-606A3FB91D07}"/>
          </ac:picMkLst>
        </pc:picChg>
        <pc:picChg chg="del mod modCrop">
          <ac:chgData name="Brayan Coaquira Cruz" userId="af0ae59269bb8b81" providerId="LiveId" clId="{A4D2FE1E-B4FE-45C0-AE3E-2280262A64F4}" dt="2025-09-12T19:21:32.342" v="9" actId="21"/>
          <ac:picMkLst>
            <pc:docMk/>
            <pc:sldMk cId="2778314635" sldId="265"/>
            <ac:picMk id="9" creationId="{954E3FC2-D0FB-0016-4B31-164E06C53F0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535E6D-E082-EA3B-8BEE-50A2439083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r"/>
            <a:r>
              <a:rPr lang="es-BO" dirty="0">
                <a:latin typeface="Agency FB" panose="020B0503020202020204" pitchFamily="34" charset="0"/>
              </a:rPr>
              <a:t>Ideas para desarrollo de un sistema web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1342BA-F4E4-D3D6-3AFF-7DF5562F93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BO" dirty="0"/>
              <a:t>Brayan Coaquira cruz</a:t>
            </a:r>
          </a:p>
        </p:txBody>
      </p:sp>
    </p:spTree>
    <p:extLst>
      <p:ext uri="{BB962C8B-B14F-4D97-AF65-F5344CB8AC3E}">
        <p14:creationId xmlns:p14="http://schemas.microsoft.com/office/powerpoint/2010/main" val="895189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87E252-9970-2038-02CC-6CA948302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4851214"/>
          </a:xfrm>
        </p:spPr>
        <p:txBody>
          <a:bodyPr>
            <a:normAutofit/>
          </a:bodyPr>
          <a:lstStyle/>
          <a:p>
            <a:r>
              <a:rPr lang="es-ES" sz="8000" dirty="0">
                <a:latin typeface="Agency FB" panose="020B0503020202020204" pitchFamily="34" charset="0"/>
              </a:rPr>
              <a:t>Arquitectura web para la gestión centralizada de recursos y servicios en restaurantes</a:t>
            </a:r>
            <a:endParaRPr lang="es-BO" sz="233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015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4FE45D5-92C9-0077-DD88-AB4DD8F14949}"/>
              </a:ext>
            </a:extLst>
          </p:cNvPr>
          <p:cNvSpPr txBox="1"/>
          <p:nvPr/>
        </p:nvSpPr>
        <p:spPr>
          <a:xfrm>
            <a:off x="2743200" y="855133"/>
            <a:ext cx="621453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¿Para qué?</a:t>
            </a:r>
            <a:r>
              <a:rPr lang="es-ES" dirty="0"/>
              <a:t>  Para mostrar menú, atraer clientes y facilitar pedidos/reservas.</a:t>
            </a:r>
          </a:p>
          <a:p>
            <a:endParaRPr lang="es-ES" dirty="0"/>
          </a:p>
          <a:p>
            <a:endParaRPr lang="es-ES" dirty="0"/>
          </a:p>
          <a:p>
            <a:br>
              <a:rPr lang="es-ES" dirty="0"/>
            </a:br>
            <a:r>
              <a:rPr lang="es-ES" b="1" dirty="0"/>
              <a:t>¿Por qué?</a:t>
            </a:r>
            <a:r>
              <a:rPr lang="es-ES" dirty="0"/>
              <a:t>  Porque mejora la visibilidad, la confianza y las ventas del restaurante.</a:t>
            </a:r>
            <a:endParaRPr lang="es-BO" dirty="0"/>
          </a:p>
          <a:p>
            <a:endParaRPr lang="es-BO" dirty="0"/>
          </a:p>
          <a:p>
            <a:endParaRPr lang="es-BO" dirty="0"/>
          </a:p>
          <a:p>
            <a:endParaRPr lang="es-BO" dirty="0"/>
          </a:p>
          <a:p>
            <a:r>
              <a:rPr lang="es-BO" b="1" dirty="0" err="1"/>
              <a:t>Figma</a:t>
            </a:r>
            <a:r>
              <a:rPr lang="es-BO" b="1" dirty="0"/>
              <a:t>:</a:t>
            </a:r>
            <a:br>
              <a:rPr lang="es-BO" dirty="0"/>
            </a:br>
            <a:r>
              <a:rPr lang="es-BO" dirty="0"/>
              <a:t>https://www.figma.com/community/file/1063438689777304976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105489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FF6C0EAD-B891-3D84-0A53-90725CD67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67" y="366690"/>
            <a:ext cx="8838454" cy="612461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C546D64-3BD3-CF84-D925-116836EFD8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3618"/>
          <a:stretch/>
        </p:blipFill>
        <p:spPr>
          <a:xfrm>
            <a:off x="9762066" y="0"/>
            <a:ext cx="24299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606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52D92CE-F371-07E3-2077-851171385C6B}"/>
              </a:ext>
            </a:extLst>
          </p:cNvPr>
          <p:cNvSpPr txBox="1">
            <a:spLocks/>
          </p:cNvSpPr>
          <p:nvPr/>
        </p:nvSpPr>
        <p:spPr>
          <a:xfrm>
            <a:off x="1294362" y="939985"/>
            <a:ext cx="9813905" cy="517294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ES" sz="8000" dirty="0">
                <a:latin typeface="Agency FB" panose="020B0503020202020204" pitchFamily="34" charset="0"/>
              </a:rPr>
              <a:t>Sistema web para la gestión integral de inventario, ventas y logística de productos de mobiliario</a:t>
            </a:r>
            <a:endParaRPr lang="es-BO" sz="436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034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98EE52F1-3DCF-F1F0-A751-580D8094D4EC}"/>
              </a:ext>
            </a:extLst>
          </p:cNvPr>
          <p:cNvSpPr txBox="1"/>
          <p:nvPr/>
        </p:nvSpPr>
        <p:spPr>
          <a:xfrm>
            <a:off x="2743200" y="855133"/>
            <a:ext cx="621453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¿Para qué?</a:t>
            </a:r>
            <a:r>
              <a:rPr lang="es-ES" dirty="0"/>
              <a:t>  Para mostrar catálogo, gestionar pedidos y facilitar la compra online.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br>
              <a:rPr lang="es-ES" dirty="0"/>
            </a:br>
            <a:r>
              <a:rPr lang="es-ES" b="1" dirty="0"/>
              <a:t>¿Por qué?</a:t>
            </a:r>
            <a:r>
              <a:rPr lang="es-ES" dirty="0"/>
              <a:t>  Porque amplía el alcance, agiliza ventas y mejora la experiencia del cliente.</a:t>
            </a:r>
          </a:p>
          <a:p>
            <a:endParaRPr lang="es-ES" dirty="0"/>
          </a:p>
          <a:p>
            <a:endParaRPr lang="es-BO" dirty="0"/>
          </a:p>
          <a:p>
            <a:endParaRPr lang="es-BO" dirty="0"/>
          </a:p>
          <a:p>
            <a:endParaRPr lang="es-BO" dirty="0"/>
          </a:p>
          <a:p>
            <a:r>
              <a:rPr lang="es-BO" b="1" dirty="0" err="1"/>
              <a:t>Figma</a:t>
            </a:r>
            <a:r>
              <a:rPr lang="es-BO" b="1" dirty="0"/>
              <a:t>:</a:t>
            </a:r>
            <a:br>
              <a:rPr lang="es-BO" dirty="0"/>
            </a:br>
            <a:r>
              <a:rPr lang="es-BO" dirty="0"/>
              <a:t>https://www.figma.com/community/file/1252561852327562039</a:t>
            </a:r>
          </a:p>
        </p:txBody>
      </p:sp>
    </p:spTree>
    <p:extLst>
      <p:ext uri="{BB962C8B-B14F-4D97-AF65-F5344CB8AC3E}">
        <p14:creationId xmlns:p14="http://schemas.microsoft.com/office/powerpoint/2010/main" val="2784633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C00E09E-8511-CD1F-91B8-C934BB81B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8866"/>
            <a:ext cx="8204199" cy="552026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49FE8C0-887B-D16A-B7D9-38D7F9F6FF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168"/>
          <a:stretch/>
        </p:blipFill>
        <p:spPr>
          <a:xfrm>
            <a:off x="8204200" y="-1"/>
            <a:ext cx="3987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361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BC031BB3-D61F-4177-48DC-35A8186695C1}"/>
              </a:ext>
            </a:extLst>
          </p:cNvPr>
          <p:cNvSpPr txBox="1">
            <a:spLocks/>
          </p:cNvSpPr>
          <p:nvPr/>
        </p:nvSpPr>
        <p:spPr>
          <a:xfrm>
            <a:off x="1341513" y="876392"/>
            <a:ext cx="9826021" cy="538894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ES" sz="8800" dirty="0">
                <a:latin typeface="Agency FB" panose="020B0503020202020204" pitchFamily="34" charset="0"/>
              </a:rPr>
              <a:t>Sistema web de administración de inventarios, pedidos y distribución de productos agrícolas</a:t>
            </a:r>
            <a:endParaRPr lang="es-BO" sz="581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181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37B609E-3122-46F6-0071-EE2825E3FB24}"/>
              </a:ext>
            </a:extLst>
          </p:cNvPr>
          <p:cNvSpPr txBox="1"/>
          <p:nvPr/>
        </p:nvSpPr>
        <p:spPr>
          <a:xfrm>
            <a:off x="2743200" y="855133"/>
            <a:ext cx="621453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¿Para qué?</a:t>
            </a:r>
            <a:r>
              <a:rPr lang="es-ES" dirty="0"/>
              <a:t>  Para mostrar el catálogo agrícola, gestionar pedidos y facilitar la compra directa de los productos.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br>
              <a:rPr lang="es-ES" dirty="0"/>
            </a:br>
            <a:r>
              <a:rPr lang="es-ES" b="1" dirty="0"/>
              <a:t>¿Por qué?</a:t>
            </a:r>
            <a:r>
              <a:rPr lang="es-ES" dirty="0"/>
              <a:t>  Porque amplía el mercado, mejora la visibilidad del productor y agiliza las ventas.</a:t>
            </a:r>
          </a:p>
          <a:p>
            <a:endParaRPr lang="es-BO" dirty="0"/>
          </a:p>
          <a:p>
            <a:endParaRPr lang="es-BO" dirty="0"/>
          </a:p>
          <a:p>
            <a:endParaRPr lang="es-BO" dirty="0"/>
          </a:p>
          <a:p>
            <a:endParaRPr lang="es-BO" dirty="0"/>
          </a:p>
          <a:p>
            <a:r>
              <a:rPr lang="es-BO" b="1" dirty="0" err="1"/>
              <a:t>Figma</a:t>
            </a:r>
            <a:r>
              <a:rPr lang="es-BO" b="1" dirty="0"/>
              <a:t>:</a:t>
            </a:r>
            <a:br>
              <a:rPr lang="es-BO" dirty="0"/>
            </a:br>
            <a:r>
              <a:rPr lang="es-BO" dirty="0"/>
              <a:t>https://www.figma.com/community/file/1342868402660715348</a:t>
            </a:r>
          </a:p>
        </p:txBody>
      </p:sp>
    </p:spTree>
    <p:extLst>
      <p:ext uri="{BB962C8B-B14F-4D97-AF65-F5344CB8AC3E}">
        <p14:creationId xmlns:p14="http://schemas.microsoft.com/office/powerpoint/2010/main" val="873450928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{9208D699-9260-4E9F-9F41-528ADFA1E658}TFc986dd65-aaf0-4d5c-bef9-9c391ee05f7b6a80d193-c6c005e2f19e</Template>
  <TotalTime>1740</TotalTime>
  <Words>209</Words>
  <Application>Microsoft Office PowerPoint</Application>
  <PresentationFormat>Panorámica</PresentationFormat>
  <Paragraphs>33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Agency FB</vt:lpstr>
      <vt:lpstr>Arial</vt:lpstr>
      <vt:lpstr>Gill Sans MT</vt:lpstr>
      <vt:lpstr>Galería</vt:lpstr>
      <vt:lpstr>Ideas para desarrollo de un sistema web</vt:lpstr>
      <vt:lpstr>Arquitectura web para la gestión centralizada de recursos y servicios en restaurantes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Brayan Coaquira Cruz</dc:creator>
  <cp:lastModifiedBy>Brayan Coaquira Cruz</cp:lastModifiedBy>
  <cp:revision>1</cp:revision>
  <dcterms:created xsi:type="dcterms:W3CDTF">2025-09-12T16:34:48Z</dcterms:created>
  <dcterms:modified xsi:type="dcterms:W3CDTF">2025-09-13T21:35:07Z</dcterms:modified>
</cp:coreProperties>
</file>